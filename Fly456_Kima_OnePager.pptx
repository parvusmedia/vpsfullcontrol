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989320"/>
            <a:ext cx="11935663" cy="128016"/>
          </a:xfrm>
          <a:prstGeom prst="rect">
            <a:avLst/>
          </a:prstGeom>
          <a:solidFill>
            <a:srgbClr val="E67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C8D2"/>
                </a:solidFill>
                <a:latin typeface="Calibri"/>
              </a:defRPr>
            </a:pPr>
            <a:r>
              <a:t>PRE-SEED  ·  FLIGHT MONITORING  ·  TELEGRAM ALERTS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Fly456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DCE1"/>
                </a:solidFill>
                <a:latin typeface="Calibri"/>
              </a:defRPr>
            </a:pPr>
            <a:r>
              <a:t>You set origin, destination, dates and max price.</a:t>
            </a:r>
            <a:br/>
            <a:r>
              <a:t>We monitor flights and notify you on Telegram — so you can book fast.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828"/>
                </a:solidFill>
                <a:latin typeface="Calibri"/>
              </a:defRPr>
            </a:pPr>
            <a:r>
              <a:t>Two products: Economy cabin  ·  Business cabin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0B4BE"/>
                </a:solidFill>
                <a:latin typeface="Calibri"/>
              </a:defRPr>
            </a:pPr>
            <a:r>
              <a:t>Asking: ~€150k pre-seed  ·  fly456.com  ·  @fly456bot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B4BE"/>
                </a:solidFill>
                <a:latin typeface="Calibri"/>
              </a:defRPr>
            </a:pPr>
            <a:r>
              <a:t>Emiliano Tichauer  ·  Founder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A0AA"/>
                </a:solidFill>
                <a:latin typeface="Calibri"/>
              </a:defRPr>
            </a:pPr>
            <a: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90527" cy="41148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E78"/>
                </a:solidFill>
                <a:latin typeface="Calibri"/>
              </a:defRPr>
            </a:pPr>
            <a:r>
              <a:t>Fly456  ·  Pre-seed note for Kima Ventures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31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F6E78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E82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E2D"/>
                </a:solidFill>
                <a:latin typeface="Calibri"/>
              </a:defRPr>
            </a:pPr>
            <a:r>
              <a:t>Good fares disappear before travelers can 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Flight prices move in hours. Checking sites manually is slow and easy to miss.</a:t>
            </a:r>
          </a:p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Generic deal feeds are noisy — they are not your route, dates or budget.</a:t>
            </a:r>
          </a:p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By the time you see a fare, seats and price are often already gone.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90527" cy="41148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E78"/>
                </a:solidFill>
                <a:latin typeface="Calibri"/>
              </a:defRPr>
            </a:pPr>
            <a:r>
              <a:t>Fly456  ·  Pre-seed note for Kima Ventures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31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F6E78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E82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E2D"/>
                </a:solidFill>
                <a:latin typeface="Calibri"/>
              </a:defRPr>
            </a:pPr>
            <a:r>
              <a:t>Named monitoring + Telegram alert to book 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657600" cy="384048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65760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You define the flight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329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Origin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Destination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Dates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Maximum price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Fly456 watches that exact brief.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657600" cy="384048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65760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We notify on Telegram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377440"/>
            <a:ext cx="329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Alert lands in your Telegram inbox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via @fly456bot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Built to help you reserve fast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before the fare moves again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We do not sell tickets.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828800"/>
            <a:ext cx="3474720" cy="384048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828800"/>
            <a:ext cx="347472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Two cabin products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37744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Economy — monitor economy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cabin fares for your route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Business — monitor business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cabin fares for your route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Same alert logic, different cabin.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90527" cy="41148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E78"/>
                </a:solidFill>
                <a:latin typeface="Calibri"/>
              </a:defRPr>
            </a:pPr>
            <a:r>
              <a:t>Fly456  ·  Pre-seed note for Kima Ventures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31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F6E78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E82"/>
                </a:solidFill>
                <a:latin typeface="Calibri"/>
              </a:defRPr>
            </a:pPr>
            <a:r>
              <a:t>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E2D"/>
                </a:solidFill>
                <a:latin typeface="Calibri"/>
              </a:defRPr>
            </a:pPr>
            <a:r>
              <a:t>Economy and Business — same monitoring, different cabin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486400" cy="384048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548640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Fly456 Economy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Monitors economy-cabin opportunities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Alert = origin + destination + dates + max price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Telegram notification when a match appears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For leisure and price-sensitive travelers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who need speed, not another search tab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5486400" cy="384048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828800"/>
            <a:ext cx="548640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Fly456 Business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Monitors business-cabin opportunities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Same named criteria, business fares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Telegram notification to book fast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For travelers who want premium cabin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when the price finally drops into range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90527" cy="41148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E78"/>
                </a:solidFill>
                <a:latin typeface="Calibri"/>
              </a:defRPr>
            </a:pPr>
            <a:r>
              <a:t>Fly456  ·  Pre-seed note for Kima Ventures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31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F6E78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E82"/>
                </a:solidFill>
                <a:latin typeface="Calibri"/>
              </a:defRPr>
            </a:pPr>
            <a:r>
              <a:t>TRACTION &amp;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E2D"/>
                </a:solidFill>
                <a:latin typeface="Calibri"/>
              </a:defRPr>
            </a:pPr>
            <a:r>
              <a:t>Replace brackets with live numbers before sending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486400" cy="384048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548640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Product live: fly456.com + @fly456bot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[N] active route alerts monitored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[P] paying subscribers · €[A] MRR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Stripe checkout inside Telegram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Edit placeholders before send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5486400" cy="384048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828800"/>
            <a:ext cx="548640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Model &amp; ask (~€150k)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Subscription for named route alerts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Economy + Business cabin products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Later: affiliate / partner take-rate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Use of funds: better monitoring,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faster alerts, convert &amp; retain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90527" cy="41148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E78"/>
                </a:solidFill>
                <a:latin typeface="Calibri"/>
              </a:defRPr>
            </a:pPr>
            <a:r>
              <a:t>Fly456  ·  Pre-seed note for Kima Ventures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31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F6E78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E82"/>
                </a:solidFill>
                <a:latin typeface="Calibri"/>
              </a:defRPr>
            </a:pPr>
            <a: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E2D"/>
                </a:solidFill>
                <a:latin typeface="Calibri"/>
              </a:defRPr>
            </a:pPr>
            <a:r>
              <a:t>Operator-builder shipping the full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Emiliano Tichauer — Founder</a:t>
            </a:r>
          </a:p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Built Parvus Media since 2013 (AdTech, data, performance products)</a:t>
            </a:r>
          </a:p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Owns the loop end-to-end: flight monitoring, Telegram UX, Stripe billing</a:t>
            </a:r>
          </a:p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Contact: [email]  ·  LinkedIn: linkedin.com/in/etichauer  ·  fly456.com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