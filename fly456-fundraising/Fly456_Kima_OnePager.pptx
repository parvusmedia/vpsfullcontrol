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234440"/>
          </a:xfrm>
          <a:prstGeom prst="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1234440"/>
            <a:ext cx="12027103" cy="54864"/>
          </a:xfrm>
          <a:prstGeom prst="rect">
            <a:avLst/>
          </a:prstGeom>
          <a:solidFill>
            <a:srgbClr val="E6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B4C8D2"/>
                </a:solidFill>
                <a:latin typeface="Calibri"/>
              </a:defRPr>
            </a:pPr>
            <a:r>
              <a:t>FLY456  ·  ONE-PAGER FOR KIMA  ·  PRE-SEED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389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Named flight monitoring. Telegram alert. Book 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8DCE1"/>
                </a:solidFill>
                <a:latin typeface="Calibri"/>
              </a:defRPr>
            </a:pPr>
            <a:r>
              <a:t>Origin · Destination · Dates · Max price  →  alert on @fly456bot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320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2000" b="1">
                <a:solidFill>
                  <a:srgbClr val="E67828"/>
                </a:solidFill>
                <a:latin typeface="Calibri"/>
              </a:defRPr>
            </a:pPr>
            <a:r>
              <a:t>Ask</a:t>
            </a:r>
          </a:p>
          <a:p>
            <a:pPr algn="r">
              <a:spcAft>
                <a:spcPts val="200"/>
              </a:spcAft>
              <a:defRPr sz="2000" b="1">
                <a:solidFill>
                  <a:srgbClr val="E67828"/>
                </a:solidFill>
                <a:latin typeface="Calibri"/>
              </a:defRPr>
            </a:pPr>
            <a:r>
              <a:t>~€150k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5669280" cy="19659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669280" cy="4572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6E82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47088"/>
            <a:ext cx="5394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Fares move in hours — manual checking is too slow.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Generic deal feeds are noisy (not your brief).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When you finally see it, the fare is often gone.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577840" cy="19659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577840" cy="4572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6E82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47088"/>
            <a:ext cx="53035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You set: origin, destination, dates, max price.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Fly456 monitors that exact brief.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Telegram notifies you via @fly456bot to reserve fast.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We don’t sell tickets — you book with airline/OTA.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66160"/>
            <a:ext cx="5669280" cy="14173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5669280" cy="4572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75887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6E82"/>
                </a:solidFill>
                <a:latin typeface="Calibri"/>
              </a:defRPr>
            </a:pPr>
            <a:r>
              <a:t>FLY456 ECONOMY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5020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Economy-cabin monitoring for your named brief.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Pricing: 5€/month  ·  20€/year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66160"/>
            <a:ext cx="5577840" cy="14173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566160"/>
            <a:ext cx="5577840" cy="4572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6758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6E82"/>
                </a:solidFill>
                <a:latin typeface="Calibri"/>
              </a:defRPr>
            </a:pPr>
            <a:r>
              <a:t>FLY456 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5020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Business-cabin monitoring for your named brief.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Pricing: 12€/month  ·  99€/year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20640"/>
            <a:ext cx="5669280" cy="146304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5669280" cy="4572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303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6E82"/>
                </a:solidFill>
                <a:latin typeface="Calibri"/>
              </a:defRPr>
            </a:pPr>
            <a:r>
              <a:t>TRACTION (JUL 2026 LAUNCH · NO ADS)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0468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6 free Telegram channels (LatAm expats in EU/US).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Early Premium — few paying subscribers so far.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Live: fly456.com + @fly456bot (Stripe in Telegram).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120640"/>
            <a:ext cx="5577840" cy="146304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5120640"/>
            <a:ext cx="5577840" cy="4572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230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6E82"/>
                </a:solidFill>
                <a:latin typeface="Calibri"/>
              </a:defRPr>
            </a:pPr>
            <a:r>
              <a:t>USE OF FUNDS (~€150k)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04688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BizDev hire  ·  paid acquisition tests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Free → Premium conversion  ·  affiliate pilots</a:t>
            </a:r>
          </a:p>
          <a:p>
            <a:pPr>
              <a:spcAft>
                <a:spcPts val="300"/>
              </a:spcAft>
              <a:defRPr sz="1200">
                <a:solidFill>
                  <a:srgbClr val="19232D"/>
                </a:solidFill>
                <a:latin typeface="Calibri"/>
              </a:defRPr>
            </a:pPr>
            <a:r>
              <a:t>• Prove LTV/CAC with low burn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6601968"/>
            <a:ext cx="12027103" cy="256032"/>
          </a:xfrm>
          <a:prstGeom prst="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20256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Emiliano Tichauer — Founder  ·  emiliano@tichauer.es  ·  linkedin.com/in/etichauer  ·  fly456.com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