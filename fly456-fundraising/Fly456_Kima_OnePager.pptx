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6032" y="5989320"/>
            <a:ext cx="11935663" cy="128016"/>
          </a:xfrm>
          <a:prstGeom prst="rect">
            <a:avLst/>
          </a:prstGeom>
          <a:solidFill>
            <a:srgbClr val="E67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4C8D2"/>
                </a:solidFill>
                <a:latin typeface="Calibri"/>
              </a:defRPr>
            </a:pPr>
            <a:r>
              <a:t>PRE-SEED  ·  FLIGHT MONITORING  ·  TELEGRAM ALERTS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Fly456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DCE1"/>
                </a:solidFill>
                <a:latin typeface="Calibri"/>
              </a:defRPr>
            </a:pPr>
            <a:r>
              <a:t>You set origin, destination, dates and max price.</a:t>
            </a:r>
            <a:br/>
            <a:r>
              <a:t>We monitor flights and notify you on Telegram — so you can book fast.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828"/>
                </a:solidFill>
                <a:latin typeface="Calibri"/>
              </a:defRPr>
            </a:pPr>
            <a:r>
              <a:t>Two products: Economy cabin  ·  Business cabin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A0B4BE"/>
                </a:solidFill>
                <a:latin typeface="Calibri"/>
              </a:defRPr>
            </a:pPr>
            <a:r>
              <a:t>Asking: ~€150k pre-seed  ·  fly456.com  ·  @fly456bot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B4BE"/>
                </a:solidFill>
                <a:latin typeface="Calibri"/>
              </a:defRPr>
            </a:pPr>
            <a:r>
              <a:t>Emiliano Tichauer  ·  Founder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263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CA0AA"/>
                </a:solidFill>
                <a:latin typeface="Calibri"/>
              </a:defRPr>
            </a:pPr>
            <a:r>
              <a:t>1/6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90527" cy="41148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E78"/>
                </a:solidFill>
                <a:latin typeface="Calibri"/>
              </a:defRPr>
            </a:pPr>
            <a:r>
              <a:t>Fly456  ·  Pre-seed note for Kima Ventures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31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F6E78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6E82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E2D"/>
                </a:solidFill>
                <a:latin typeface="Calibri"/>
              </a:defRPr>
            </a:pPr>
            <a:r>
              <a:t>Good fares disappear before travelers can 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9232D"/>
                </a:solidFill>
                <a:latin typeface="Calibri"/>
              </a:defRPr>
            </a:pPr>
            <a:r>
              <a:t>•  Flight prices move in hours. Checking sites manually is slow and easy to miss.</a:t>
            </a:r>
          </a:p>
          <a:p>
            <a:pPr>
              <a:spcAft>
                <a:spcPts val="1000"/>
              </a:spcAft>
              <a:defRPr sz="1800">
                <a:solidFill>
                  <a:srgbClr val="19232D"/>
                </a:solidFill>
                <a:latin typeface="Calibri"/>
              </a:defRPr>
            </a:pPr>
            <a:r>
              <a:t>•  Generic deal feeds are noisy — they are not your route, dates or budget.</a:t>
            </a:r>
          </a:p>
          <a:p>
            <a:pPr>
              <a:spcAft>
                <a:spcPts val="1000"/>
              </a:spcAft>
              <a:defRPr sz="1800">
                <a:solidFill>
                  <a:srgbClr val="19232D"/>
                </a:solidFill>
                <a:latin typeface="Calibri"/>
              </a:defRPr>
            </a:pPr>
            <a:r>
              <a:t>•  By the time you see a fare, seats and price are often already gone.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90527" cy="41148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E78"/>
                </a:solidFill>
                <a:latin typeface="Calibri"/>
              </a:defRPr>
            </a:pPr>
            <a:r>
              <a:t>Fly456  ·  Pre-seed note for Kima Ventures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31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F6E78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6E82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E2D"/>
                </a:solidFill>
                <a:latin typeface="Calibri"/>
              </a:defRPr>
            </a:pPr>
            <a:r>
              <a:t>Named monitoring + Telegram alert to book fast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3657600" cy="3840480"/>
          </a:xfrm>
          <a:prstGeom prst="round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3657600" cy="54864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E2D"/>
                </a:solidFill>
                <a:latin typeface="Calibri"/>
              </a:defRPr>
            </a:pPr>
            <a:r>
              <a:t>You define the flight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7440"/>
            <a:ext cx="329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Origin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Destination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Dates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Maximum price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Fly456 watches that exact brief.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657600" cy="3840480"/>
          </a:xfrm>
          <a:prstGeom prst="round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828800"/>
            <a:ext cx="3657600" cy="54864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E2D"/>
                </a:solidFill>
                <a:latin typeface="Calibri"/>
              </a:defRPr>
            </a:pPr>
            <a:r>
              <a:t>We notify on Telegram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377440"/>
            <a:ext cx="3291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Alert lands in your Telegram inbox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via @fly456bot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Built to help you reserve fast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before the fare moves again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We do not sell tickets.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828800"/>
            <a:ext cx="3474720" cy="3840480"/>
          </a:xfrm>
          <a:prstGeom prst="round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828800"/>
            <a:ext cx="3474720" cy="54864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E2D"/>
                </a:solidFill>
                <a:latin typeface="Calibri"/>
              </a:defRPr>
            </a:pPr>
            <a:r>
              <a:t>Two cabin products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377440"/>
            <a:ext cx="3108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Economy — monitor economy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cabin fares for your route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Business — monitor business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cabin fares for your route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Same alert logic, different cabin.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90527" cy="41148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E78"/>
                </a:solidFill>
                <a:latin typeface="Calibri"/>
              </a:defRPr>
            </a:pPr>
            <a:r>
              <a:t>Fly456  ·  Pre-seed note for Kima Ventures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31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F6E78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6E82"/>
                </a:solidFill>
                <a:latin typeface="Calibri"/>
              </a:defRPr>
            </a:pPr>
            <a:r>
              <a:t>PRODUCT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E2D"/>
                </a:solidFill>
                <a:latin typeface="Calibri"/>
              </a:defRPr>
            </a:pPr>
            <a:r>
              <a:t>Economy and Business — same monitoring, different cabin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5486400" cy="3840480"/>
          </a:xfrm>
          <a:prstGeom prst="round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5486400" cy="54864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116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E2D"/>
                </a:solidFill>
                <a:latin typeface="Calibri"/>
              </a:defRPr>
            </a:pPr>
            <a:r>
              <a:t>Fly456 Economy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744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Monitors economy-cabin opportunities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Alert = origin + destination + dates + max price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Telegram notification when a match appears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For leisure and price-sensitive travelers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who need speed, not another search tab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828800"/>
            <a:ext cx="5486400" cy="3840480"/>
          </a:xfrm>
          <a:prstGeom prst="round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828800"/>
            <a:ext cx="5486400" cy="54864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01168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E2D"/>
                </a:solidFill>
                <a:latin typeface="Calibri"/>
              </a:defRPr>
            </a:pPr>
            <a:r>
              <a:t>Fly456 Business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Monitors business-cabin opportunities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Same named criteria, business fares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Telegram notification to book fast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For travelers who want premium cabin</a:t>
            </a:r>
          </a:p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when the price finally drops into range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90527" cy="41148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E78"/>
                </a:solidFill>
                <a:latin typeface="Calibri"/>
              </a:defRPr>
            </a:pPr>
            <a:r>
              <a:t>Fly456  ·  Pre-seed note for Kima Ventures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31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F6E78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6E82"/>
                </a:solidFill>
                <a:latin typeface="Calibri"/>
              </a:defRPr>
            </a:pPr>
            <a:r>
              <a:t>TRACTION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E2D"/>
                </a:solidFill>
                <a:latin typeface="Calibri"/>
              </a:defRPr>
            </a:pPr>
            <a:r>
              <a:t>Just launched July 2026, no marketing 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9728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9232D"/>
                </a:solidFill>
                <a:latin typeface="Calibri"/>
              </a:defRPr>
            </a:pPr>
            <a:r>
              <a:t>•  Currently 6 free channels live on Telegram for niche audiences (LatAm expats living in EU and US).</a:t>
            </a:r>
          </a:p>
          <a:p>
            <a:pPr>
              <a:spcAft>
                <a:spcPts val="1000"/>
              </a:spcAft>
              <a:defRPr sz="1700">
                <a:solidFill>
                  <a:srgbClr val="19232D"/>
                </a:solidFill>
                <a:latin typeface="Calibri"/>
              </a:defRPr>
            </a:pPr>
            <a:r>
              <a:t>•  Currently few paying Premium subscribers.</a:t>
            </a:r>
          </a:p>
          <a:p>
            <a:pPr>
              <a:spcAft>
                <a:spcPts val="1000"/>
              </a:spcAft>
              <a:defRPr sz="1700">
                <a:solidFill>
                  <a:srgbClr val="19232D"/>
                </a:solidFill>
                <a:latin typeface="Calibri"/>
              </a:defRPr>
            </a:pPr>
            <a:r>
              <a:t>•  Plans: Economy 5€/month | 20€/year · Business 12€/month | 99€/year. Stripe checkout in Telegram.</a:t>
            </a:r>
          </a:p>
          <a:p>
            <a:pPr>
              <a:spcAft>
                <a:spcPts val="1000"/>
              </a:spcAft>
              <a:defRPr sz="1700">
                <a:solidFill>
                  <a:srgbClr val="19232D"/>
                </a:solidFill>
                <a:latin typeface="Calibri"/>
              </a:defRPr>
            </a:pPr>
            <a:r>
              <a:t>•  Product live: fly456.com + @fly456bot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029200"/>
            <a:ext cx="11247120" cy="1371600"/>
          </a:xfrm>
          <a:prstGeom prst="round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029200"/>
            <a:ext cx="11247120" cy="54864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212080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E2D"/>
                </a:solidFill>
                <a:latin typeface="Calibri"/>
              </a:defRPr>
            </a:pPr>
            <a:r>
              <a:t>The ask (~€150k)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7784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9232D"/>
                </a:solidFill>
                <a:latin typeface="Calibri"/>
              </a:defRPr>
            </a:pPr>
            <a:r>
              <a:t>Sharper monitoring · faster Telegram alerts · grow paid Economy + Business · keep burn 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6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01168" y="0"/>
            <a:ext cx="11990527" cy="411480"/>
          </a:xfrm>
          <a:prstGeom prst="rect">
            <a:avLst/>
          </a:prstGeom>
          <a:solidFill>
            <a:srgbClr val="F6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73152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F6E78"/>
                </a:solidFill>
                <a:latin typeface="Calibri"/>
              </a:defRPr>
            </a:pPr>
            <a:r>
              <a:t>Fly456  ·  Pre-seed note for Kima Ventures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7315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5F6E78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6E82"/>
                </a:solidFill>
                <a:latin typeface="Calibri"/>
              </a:defRPr>
            </a:pPr>
            <a:r>
              <a:t>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9601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F1E2D"/>
                </a:solidFill>
                <a:latin typeface="Calibri"/>
              </a:defRPr>
            </a:pPr>
            <a:r>
              <a:t>Operator-builder shipping the full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288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9232D"/>
                </a:solidFill>
                <a:latin typeface="Calibri"/>
              </a:defRPr>
            </a:pPr>
            <a:r>
              <a:t>•  Emiliano Tichauer — Founder</a:t>
            </a:r>
          </a:p>
          <a:p>
            <a:pPr>
              <a:spcAft>
                <a:spcPts val="1000"/>
              </a:spcAft>
              <a:defRPr sz="1800">
                <a:solidFill>
                  <a:srgbClr val="19232D"/>
                </a:solidFill>
                <a:latin typeface="Calibri"/>
              </a:defRPr>
            </a:pPr>
            <a:r>
              <a:t>•  Built Parvus Media since 2013 (AdTech, data, performance products)</a:t>
            </a:r>
          </a:p>
          <a:p>
            <a:pPr>
              <a:spcAft>
                <a:spcPts val="1000"/>
              </a:spcAft>
              <a:defRPr sz="1800">
                <a:solidFill>
                  <a:srgbClr val="19232D"/>
                </a:solidFill>
                <a:latin typeface="Calibri"/>
              </a:defRPr>
            </a:pPr>
            <a:r>
              <a:t>•  Owns the loop end-to-end: flight monitoring, Telegram UX, Stripe billing</a:t>
            </a:r>
          </a:p>
          <a:p>
            <a:pPr>
              <a:spcAft>
                <a:spcPts val="1000"/>
              </a:spcAft>
              <a:defRPr sz="1800">
                <a:solidFill>
                  <a:srgbClr val="19232D"/>
                </a:solidFill>
                <a:latin typeface="Calibri"/>
              </a:defRPr>
            </a:pPr>
            <a:r>
              <a:t>•  Contact: [email]  ·  LinkedIn: linkedin.com/in/etichauer  ·  fly456.com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